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3097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5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53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24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69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3052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29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798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1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5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681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77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5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666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1634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059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943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16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6084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6800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6177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801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8507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7463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675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556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218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8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BE463951-CC0A-4A77-A5D6-C4E45D1C0CE2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8801AF79-B318-40D0-AA84-15A41F197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44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  <p:sldLayoutId id="2147483758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CA5A-F7BD-C877-BF83-4FAEAC06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49BD25-D894-07CB-79B4-FBAAAC23D060}"/>
              </a:ext>
            </a:extLst>
          </p:cNvPr>
          <p:cNvSpPr txBox="1"/>
          <p:nvPr/>
        </p:nvSpPr>
        <p:spPr>
          <a:xfrm>
            <a:off x="334294" y="1189703"/>
            <a:ext cx="1113994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Requirement: 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a comprehensive analysis of Blinkit's sales performance, customer satisfaction, and inventory distribution to find insights and opportunities for optimization using various KPIs and Power BI visualizations.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KPI’s Requirement: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overall revenue generated from all items sold.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Sales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average revenue per sale.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Items: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total count of different items sold.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average customer rating for items sold.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AC63D-727B-E02A-F399-1C1DDBA6ABEE}"/>
              </a:ext>
            </a:extLst>
          </p:cNvPr>
          <p:cNvSpPr txBox="1"/>
          <p:nvPr/>
        </p:nvSpPr>
        <p:spPr>
          <a:xfrm>
            <a:off x="4552821" y="127819"/>
            <a:ext cx="3086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Blinkit Analysis</a:t>
            </a:r>
          </a:p>
        </p:txBody>
      </p:sp>
    </p:spTree>
    <p:extLst>
      <p:ext uri="{BB962C8B-B14F-4D97-AF65-F5344CB8AC3E}">
        <p14:creationId xmlns:p14="http://schemas.microsoft.com/office/powerpoint/2010/main" val="428503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7B12-8C75-671C-9990-0FB8A9E3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4ACF0D-3BBF-7562-E7D1-7611AEBAAE1E}"/>
              </a:ext>
            </a:extLst>
          </p:cNvPr>
          <p:cNvSpPr txBox="1"/>
          <p:nvPr/>
        </p:nvSpPr>
        <p:spPr>
          <a:xfrm>
            <a:off x="216308" y="166568"/>
            <a:ext cx="10992467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Requirement: </a:t>
            </a:r>
          </a:p>
          <a:p>
            <a:endParaRPr lang="en-IN" sz="3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Chart’s Requirement:</a:t>
            </a:r>
          </a:p>
          <a:p>
            <a:endParaRPr lang="en-IN" sz="24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Fat Content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Analyse the impact of fat content on total sales.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KPI Metrics: Assess how other KPIs (Average Sales, Number of Items, Average Rating) vary with fat content.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Type: Donut Chart.</a:t>
            </a:r>
          </a:p>
          <a:p>
            <a:pPr lvl="2"/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Item Type: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Identify the performance of different item types in terms of total sales.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KPI Metrics: Assess how other KPIs (Average Sales, Number of Items, Average Rating) vary with fat content.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Type: Bar Chart.</a:t>
            </a:r>
          </a:p>
          <a:p>
            <a:pPr lvl="2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Fat Content by Outlet for Total Sales: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Compare total sales across different outlets segmented by fat content.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KPI Metrics: Assess how other KPIs (Average Sales, Number of Items, Average Rating) vary with fat content.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Type: Stacked Column Chart.</a:t>
            </a:r>
          </a:p>
        </p:txBody>
      </p:sp>
    </p:spTree>
    <p:extLst>
      <p:ext uri="{BB962C8B-B14F-4D97-AF65-F5344CB8AC3E}">
        <p14:creationId xmlns:p14="http://schemas.microsoft.com/office/powerpoint/2010/main" val="380958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442C-77B8-C4BC-F75C-7E338CD75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498CE0-AF63-15C7-CBA9-B46BF9FE0998}"/>
              </a:ext>
            </a:extLst>
          </p:cNvPr>
          <p:cNvSpPr txBox="1"/>
          <p:nvPr/>
        </p:nvSpPr>
        <p:spPr>
          <a:xfrm>
            <a:off x="235972" y="265471"/>
            <a:ext cx="10992467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Requirement: </a:t>
            </a:r>
          </a:p>
          <a:p>
            <a:endParaRPr lang="en-IN" sz="3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Chart’s Requirement: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Outlet Establishment: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Evaluate how the age or type of outlet establishment influences total sales.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Type: Line Chart.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Outlet Size: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Analyse the correlation between outlet size and total sales.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Type: Donut/ Pie Chart.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Outlet Location: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Assess the geographic distribution of sales across different locations.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Type: Funnel Map.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 startAt="7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Metrics by Outlet Type: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Provide a comprehensive view of all key metrics (Total Sales, Average Sales, Number of Items, Average Rating) broken down by different outlet types.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 Type: Matrix Card.</a:t>
            </a:r>
          </a:p>
        </p:txBody>
      </p:sp>
    </p:spTree>
    <p:extLst>
      <p:ext uri="{BB962C8B-B14F-4D97-AF65-F5344CB8AC3E}">
        <p14:creationId xmlns:p14="http://schemas.microsoft.com/office/powerpoint/2010/main" val="324629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8634C-4137-DDA3-678C-DF40FBFF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9D29E9-0B61-C595-836C-9279338E2686}"/>
              </a:ext>
            </a:extLst>
          </p:cNvPr>
          <p:cNvSpPr txBox="1"/>
          <p:nvPr/>
        </p:nvSpPr>
        <p:spPr>
          <a:xfrm>
            <a:off x="275301" y="98322"/>
            <a:ext cx="27038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Dashboard: </a:t>
            </a:r>
          </a:p>
          <a:p>
            <a:endParaRPr lang="en-IN" sz="3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D090DF-88D3-4042-5C28-35D1C2E0F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45" y="709007"/>
            <a:ext cx="10314836" cy="59033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4234423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26</TotalTime>
  <Words>366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JasmineUPC</vt:lpstr>
      <vt:lpstr>Raleway</vt:lpstr>
      <vt:lpstr>School Days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Ashlesha Rahane</dc:creator>
  <cp:lastModifiedBy>Ashlesha Rahane</cp:lastModifiedBy>
  <cp:revision>1</cp:revision>
  <dcterms:created xsi:type="dcterms:W3CDTF">2026-09-26T10:48:41Z</dcterms:created>
  <dcterms:modified xsi:type="dcterms:W3CDTF">2026-09-26T11:15:09Z</dcterms:modified>
</cp:coreProperties>
</file>